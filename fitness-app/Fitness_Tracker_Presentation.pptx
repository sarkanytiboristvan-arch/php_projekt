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Fitness Tracker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Személyes Edzés Követő Alkalmazás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MVC Architektúra | PHP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Web Programozás Projekt 2025-2026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Projekt Áttekintés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Teljes körű webalkalmazás edzések, táplálkozás és haladás követésére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Modern MVC architektúra tiszta szeparációval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OOP alapelvek következetes alkalmazása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REST API-ready struktúra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Biztonságos munkamenet és süti kezelés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Teljes CRUD műveletek minden entitásra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MVC Architektúra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BaseModel osztály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User, Workout, Nutrition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Progress, WorkoutPlan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CRUD műveletek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Prepared statements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0" y="16459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PHP template-ek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Layout rendszer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XSS védelem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Responsive design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Modern CSS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Controller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26480" y="16459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BaseController osztály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Request handling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Input validáció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Session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Flash üzenetek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Főbb Funkciók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🏋️ Edzés követés: típus, időtartam, kalória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🍽️ Táplálkozás: étkezések, makrók (protein, szénhidrát, zsír)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📊 Haladás mérés: súly, testzsír%, testméretek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📋 Edzéstervek: sablon és egyéni tervek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🧮 Kalória kalkulátor: BMR és TDEE számítás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📈 Dashboard: napi statisztikák és összesítők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👤 Felhasználó kezelés: regisztráció, bejelentkezés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Adatbázis Struktúra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4 fő tábla a követelményeknek megfelelően: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users - Felhasználók (auth, profil adatok)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workouts - Edzések (típus, időtartam, kalória)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nutrition - Táplálkozás (étkezések, makrók)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progress - Haladás (súly, testzsír, méretek)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+ workout_plans - Edzéstervek</a:t>
            </a:r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Relációk: Foreign key-k CASCADE törlés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Indexek: user_id, dátum mezők optimalizálva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Technológiai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98DB"/>
                </a:solidFill>
              </a:rPr>
              <a:t>Backend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PHP 8.0+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MySQL/MariaDB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Mysqli extension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OOP + MVC pattern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Singleton pattern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Frontend &amp; Security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HTML5, CSS3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JavaScript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Responsive design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Password hashing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XSS &amp; SQL injection védelem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Biztonsági Megoldások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Password hashing: password_hash() és password_verify()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SQL Injection védelem: Prepared statements minden query-ben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XSS védelem: htmlspecialchars() minden kimeneténél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Session security: HTTP-only cookies, strict mode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Input validáció: Szerver oldali ellenőrzés minden formban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CSRF védelem: Session-alapú token rendszer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Kód Minta: Router Pattern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Router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add($action, $controller, $method, $model)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$this-&gt;routes[$action] =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'controller' =&gt; $controller,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'method' =&gt; $method,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'model' =&gt; $model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dispatch()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$action = $_GET['action'] ?? 'home';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$route = $this-&gt;routes[$action];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$model = new $route['model']($db);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$controller = new $route['controller']($model);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$controller-&gt;{$route['method']}();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Kód Minta: BaseModel CRUD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BaseModel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mysqli $db;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string $table;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getAll()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$sql = "SELECT * FROM {$this-&gt;table}";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$this-&gt;db-&gt;query($sql);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getById(int $id)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$sql = "SELECT * FROM {$this-&gt;table} WHERE id = ?";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$stmt = $this-&gt;db-&gt;prepare($sql);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$stmt-&gt;bind_param('i', $id);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$stmt-&gt;execute();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$stmt-&gt;get_result()-&gt;fetch_assoc();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Request Lifecycle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28800" y="1097280"/>
            <a:ext cx="5486400" cy="36576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HTTP Request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1645920"/>
            <a:ext cx="5486400" cy="36576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Router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2194560"/>
            <a:ext cx="5486400" cy="36576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Controller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2743200"/>
            <a:ext cx="5486400" cy="36576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4.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291840"/>
            <a:ext cx="5486400" cy="36576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5. Database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840480"/>
            <a:ext cx="5486400" cy="36576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6. Model → Controller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4389120"/>
            <a:ext cx="5486400" cy="36576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7. View Rendering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</a:rPr>
              <a:t>Továbbfejlesztési Lehetőségek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REST API JSON kimenettel mobilapphoz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Chart.js integráció grafikonokhoz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Composer csomagok (PHPMailer, JWT auth)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Képfeltöltés támogatás (edzés fotók)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Email értesítések (edzés emlékeztetők)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Közösségi funkciók (barátok, csoportok)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Export funkciók (PDF jelentések)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7A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Összefoglalás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 Teljes MVC architektúra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 4 tábla, teljes CRUD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 OOP + Design patterns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 Session &amp; Cookie kezelés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 Biztonságos, skálázható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 REST API ready struktúra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Tracker - MVC Alkalmazás</dc:title>
  <dc:subject>PptxGenJS Presentation</dc:subject>
  <dc:creator>Web Programozás Projekt</dc:creator>
  <cp:lastModifiedBy>Web Programozás Projekt</cp:lastModifiedBy>
  <cp:revision>1</cp:revision>
  <dcterms:created xsi:type="dcterms:W3CDTF">2026-01-17T12:57:08Z</dcterms:created>
  <dcterms:modified xsi:type="dcterms:W3CDTF">2026-01-17T12:57:08Z</dcterms:modified>
</cp:coreProperties>
</file>